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4" r:id="rId8"/>
    <p:sldId id="265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D34C6-C60B-4421-8860-77C50BC37D66}" v="16" dt="2026-01-31T03:54:24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shmitha reddy" userId="ca37d0e63b52f3d1" providerId="LiveId" clId="{6EA4492E-C232-4107-9977-FC9654CEC296}"/>
    <pc:docChg chg="undo custSel addSld delSld modSld">
      <pc:chgData name="shushmitha reddy" userId="ca37d0e63b52f3d1" providerId="LiveId" clId="{6EA4492E-C232-4107-9977-FC9654CEC296}" dt="2026-01-31T05:33:59.679" v="79" actId="20577"/>
      <pc:docMkLst>
        <pc:docMk/>
      </pc:docMkLst>
      <pc:sldChg chg="modSp mod">
        <pc:chgData name="shushmitha reddy" userId="ca37d0e63b52f3d1" providerId="LiveId" clId="{6EA4492E-C232-4107-9977-FC9654CEC296}" dt="2026-01-31T03:43:05.033" v="2" actId="1036"/>
        <pc:sldMkLst>
          <pc:docMk/>
          <pc:sldMk cId="2470725957" sldId="256"/>
        </pc:sldMkLst>
        <pc:spChg chg="mod">
          <ac:chgData name="shushmitha reddy" userId="ca37d0e63b52f3d1" providerId="LiveId" clId="{6EA4492E-C232-4107-9977-FC9654CEC296}" dt="2026-01-31T03:43:05.033" v="2" actId="1036"/>
          <ac:spMkLst>
            <pc:docMk/>
            <pc:sldMk cId="2470725957" sldId="256"/>
            <ac:spMk id="3" creationId="{C1BCF4FD-59C3-6EF7-29C3-16F0635D2DAF}"/>
          </ac:spMkLst>
        </pc:spChg>
      </pc:sldChg>
      <pc:sldChg chg="addSp delSp mod">
        <pc:chgData name="shushmitha reddy" userId="ca37d0e63b52f3d1" providerId="LiveId" clId="{6EA4492E-C232-4107-9977-FC9654CEC296}" dt="2026-01-31T03:34:16.891" v="1" actId="22"/>
        <pc:sldMkLst>
          <pc:docMk/>
          <pc:sldMk cId="987643944" sldId="258"/>
        </pc:sldMkLst>
        <pc:spChg chg="add del">
          <ac:chgData name="shushmitha reddy" userId="ca37d0e63b52f3d1" providerId="LiveId" clId="{6EA4492E-C232-4107-9977-FC9654CEC296}" dt="2026-01-31T03:34:16.891" v="1" actId="22"/>
          <ac:spMkLst>
            <pc:docMk/>
            <pc:sldMk cId="987643944" sldId="258"/>
            <ac:spMk id="6" creationId="{C957F902-B10D-08A4-2DE3-A8FCD9F86144}"/>
          </ac:spMkLst>
        </pc:spChg>
      </pc:sldChg>
      <pc:sldChg chg="addSp delSp modSp del mod">
        <pc:chgData name="shushmitha reddy" userId="ca37d0e63b52f3d1" providerId="LiveId" clId="{6EA4492E-C232-4107-9977-FC9654CEC296}" dt="2026-01-31T03:54:32.009" v="53" actId="2696"/>
        <pc:sldMkLst>
          <pc:docMk/>
          <pc:sldMk cId="3593820193" sldId="263"/>
        </pc:sldMkLst>
        <pc:spChg chg="add del mod">
          <ac:chgData name="shushmitha reddy" userId="ca37d0e63b52f3d1" providerId="LiveId" clId="{6EA4492E-C232-4107-9977-FC9654CEC296}" dt="2026-01-31T03:49:10.215" v="6" actId="478"/>
          <ac:spMkLst>
            <pc:docMk/>
            <pc:sldMk cId="3593820193" sldId="263"/>
            <ac:spMk id="10" creationId="{DF49B5F5-44C1-9398-1080-6A3BAE385D4F}"/>
          </ac:spMkLst>
        </pc:spChg>
        <pc:spChg chg="add del mod">
          <ac:chgData name="shushmitha reddy" userId="ca37d0e63b52f3d1" providerId="LiveId" clId="{6EA4492E-C232-4107-9977-FC9654CEC296}" dt="2026-01-31T03:53:10.489" v="43" actId="1076"/>
          <ac:spMkLst>
            <pc:docMk/>
            <pc:sldMk cId="3593820193" sldId="263"/>
            <ac:spMk id="12" creationId="{CB8D44B9-9A1F-0601-ED11-1273B0E75D5F}"/>
          </ac:spMkLst>
        </pc:spChg>
        <pc:spChg chg="add mod">
          <ac:chgData name="shushmitha reddy" userId="ca37d0e63b52f3d1" providerId="LiveId" clId="{6EA4492E-C232-4107-9977-FC9654CEC296}" dt="2026-01-31T03:52:42.288" v="19"/>
          <ac:spMkLst>
            <pc:docMk/>
            <pc:sldMk cId="3593820193" sldId="263"/>
            <ac:spMk id="13" creationId="{D3CDEC6B-9CD3-400C-4CB7-575784172E9C}"/>
          </ac:spMkLst>
        </pc:spChg>
        <pc:spChg chg="add mod">
          <ac:chgData name="shushmitha reddy" userId="ca37d0e63b52f3d1" providerId="LiveId" clId="{6EA4492E-C232-4107-9977-FC9654CEC296}" dt="2026-01-31T03:52:44.481" v="21"/>
          <ac:spMkLst>
            <pc:docMk/>
            <pc:sldMk cId="3593820193" sldId="263"/>
            <ac:spMk id="14" creationId="{CDB7F577-47AD-8E81-54D9-E498C4A890BB}"/>
          </ac:spMkLst>
        </pc:spChg>
        <pc:spChg chg="add mod">
          <ac:chgData name="shushmitha reddy" userId="ca37d0e63b52f3d1" providerId="LiveId" clId="{6EA4492E-C232-4107-9977-FC9654CEC296}" dt="2026-01-31T03:52:51.408" v="32"/>
          <ac:spMkLst>
            <pc:docMk/>
            <pc:sldMk cId="3593820193" sldId="263"/>
            <ac:spMk id="15" creationId="{16D238E3-8131-62EB-ED3A-09100318F39F}"/>
          </ac:spMkLst>
        </pc:spChg>
        <pc:spChg chg="add mod">
          <ac:chgData name="shushmitha reddy" userId="ca37d0e63b52f3d1" providerId="LiveId" clId="{6EA4492E-C232-4107-9977-FC9654CEC296}" dt="2026-01-31T03:53:02.279" v="39"/>
          <ac:spMkLst>
            <pc:docMk/>
            <pc:sldMk cId="3593820193" sldId="263"/>
            <ac:spMk id="16" creationId="{E5FB7E82-7D90-458D-7D29-D62761289400}"/>
          </ac:spMkLst>
        </pc:spChg>
        <pc:spChg chg="add mod">
          <ac:chgData name="shushmitha reddy" userId="ca37d0e63b52f3d1" providerId="LiveId" clId="{6EA4492E-C232-4107-9977-FC9654CEC296}" dt="2026-01-31T03:53:10.489" v="43" actId="1076"/>
          <ac:spMkLst>
            <pc:docMk/>
            <pc:sldMk cId="3593820193" sldId="263"/>
            <ac:spMk id="17" creationId="{87AD6179-D95F-A00E-DA07-26D12A2FE589}"/>
          </ac:spMkLst>
        </pc:spChg>
        <pc:picChg chg="add del">
          <ac:chgData name="shushmitha reddy" userId="ca37d0e63b52f3d1" providerId="LiveId" clId="{6EA4492E-C232-4107-9977-FC9654CEC296}" dt="2026-01-31T03:49:13.449" v="7" actId="21"/>
          <ac:picMkLst>
            <pc:docMk/>
            <pc:sldMk cId="3593820193" sldId="263"/>
            <ac:picMk id="8" creationId="{E2241D9E-35A2-C886-B634-96AF5806779C}"/>
          </ac:picMkLst>
        </pc:picChg>
      </pc:sldChg>
      <pc:sldChg chg="addSp delSp modSp mod">
        <pc:chgData name="shushmitha reddy" userId="ca37d0e63b52f3d1" providerId="LiveId" clId="{6EA4492E-C232-4107-9977-FC9654CEC296}" dt="2026-01-31T05:33:59.679" v="79" actId="20577"/>
        <pc:sldMkLst>
          <pc:docMk/>
          <pc:sldMk cId="2454928548" sldId="264"/>
        </pc:sldMkLst>
        <pc:spChg chg="mod">
          <ac:chgData name="shushmitha reddy" userId="ca37d0e63b52f3d1" providerId="LiveId" clId="{6EA4492E-C232-4107-9977-FC9654CEC296}" dt="2026-01-31T05:33:59.679" v="79" actId="20577"/>
          <ac:spMkLst>
            <pc:docMk/>
            <pc:sldMk cId="2454928548" sldId="264"/>
            <ac:spMk id="3" creationId="{F3BEF94F-8D57-78A2-9848-57EA35F7EEFA}"/>
          </ac:spMkLst>
        </pc:spChg>
        <pc:spChg chg="add del">
          <ac:chgData name="shushmitha reddy" userId="ca37d0e63b52f3d1" providerId="LiveId" clId="{6EA4492E-C232-4107-9977-FC9654CEC296}" dt="2026-01-31T03:49:06.820" v="5" actId="22"/>
          <ac:spMkLst>
            <pc:docMk/>
            <pc:sldMk cId="2454928548" sldId="264"/>
            <ac:spMk id="7" creationId="{5EAF105F-B8CB-045A-93A9-6A1208968E77}"/>
          </ac:spMkLst>
        </pc:spChg>
        <pc:picChg chg="add mod">
          <ac:chgData name="shushmitha reddy" userId="ca37d0e63b52f3d1" providerId="LiveId" clId="{6EA4492E-C232-4107-9977-FC9654CEC296}" dt="2026-01-31T03:52:45.128" v="22" actId="1076"/>
          <ac:picMkLst>
            <pc:docMk/>
            <pc:sldMk cId="2454928548" sldId="264"/>
            <ac:picMk id="8" creationId="{E2241D9E-35A2-C886-B634-96AF5806779C}"/>
          </ac:picMkLst>
        </pc:picChg>
      </pc:sldChg>
      <pc:sldChg chg="modSp new mod">
        <pc:chgData name="shushmitha reddy" userId="ca37d0e63b52f3d1" providerId="LiveId" clId="{6EA4492E-C232-4107-9977-FC9654CEC296}" dt="2026-01-31T03:54:24.709" v="52"/>
        <pc:sldMkLst>
          <pc:docMk/>
          <pc:sldMk cId="1584321818" sldId="265"/>
        </pc:sldMkLst>
        <pc:spChg chg="mod">
          <ac:chgData name="shushmitha reddy" userId="ca37d0e63b52f3d1" providerId="LiveId" clId="{6EA4492E-C232-4107-9977-FC9654CEC296}" dt="2026-01-31T03:53:23.081" v="45"/>
          <ac:spMkLst>
            <pc:docMk/>
            <pc:sldMk cId="1584321818" sldId="265"/>
            <ac:spMk id="2" creationId="{FD132E06-ED6B-EC20-6569-82FD04B2A22F}"/>
          </ac:spMkLst>
        </pc:spChg>
        <pc:spChg chg="mod">
          <ac:chgData name="shushmitha reddy" userId="ca37d0e63b52f3d1" providerId="LiveId" clId="{6EA4492E-C232-4107-9977-FC9654CEC296}" dt="2026-01-31T03:54:24.709" v="52"/>
          <ac:spMkLst>
            <pc:docMk/>
            <pc:sldMk cId="1584321818" sldId="265"/>
            <ac:spMk id="3" creationId="{3EA015AE-79A8-94D1-5349-0E5D721510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07313-41C2-E592-859F-16D39BA9E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0CB8BB-99B2-2DE4-2537-52BDBD4CE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B8650-7B33-D5BA-C5EF-D3661578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E4097-0E79-DAD6-B23A-A3C3EFE37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68B15-2291-C789-84FA-E75835B5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74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89C4-F6BF-8931-DDC0-3BFF63655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087ED-9251-E075-B2F9-F7E967C91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768CB-CA55-70FF-94C0-CB1518FD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6D96E-DA4F-FB90-84BD-74C88BAD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60BDA-412D-0534-8D8B-823250D3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50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87C5-FB6F-1B65-2DDA-3072FD344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B7C54-0DE9-1457-3186-27A9C1DA5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D352E-DF51-B1D1-D16C-A084CA1C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DCC28-BD08-73C1-E3A3-1D194D29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AD4C1-E312-60C8-A5D7-8D93DA14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4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46F4-FF34-6D80-98C9-ED1D5E2B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51A52-91E1-3337-27F7-04468B531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DD979-E2D6-D533-1E26-8C32B2D99D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EBF8F-8027-70AC-8D9D-2C9A4C15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75CA3-D091-25C1-4012-5724F926E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C1C2B-08CA-E4A8-45DD-63420ACB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36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DBE22-85EF-0530-3734-56DFE83D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107CE-37E9-516C-BBF8-8F3284C9E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92C7C-A3BD-E89D-5A29-2236BEA4B4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53616-57F2-25C9-2450-D5CC1CF02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3390A5-8AD0-88FE-4C11-9DD2E2D16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E6E21C-C1E4-38AC-6736-B5F979549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75E76-6537-E460-9E9E-FA543A24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8BDB28-DEB4-4943-5287-8C358359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01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E073-B9CB-E541-F8D2-D546DB7F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52D1C0-237E-BD0F-F1DF-841EB35AF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3ECEE-68B1-962F-C7A9-707C3506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29753F-B571-C4A7-D5E2-DF619194E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5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60B78-1059-031F-493D-29D3F3A8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97779-B8F6-811A-3973-95F7CD307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D39A1-BA1D-08F9-8FF0-E14468B0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47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1AEF9-C6EE-1B20-14EA-E4D117791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CD5E2-9057-E18F-8BBA-5DC034885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9DC27-F461-8AFA-43B6-D0F379D4F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3B3DB-4ADE-1672-20E9-FE501A4A4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70497-6B33-0DAD-EDE8-A1F4E8807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4770CB-14DD-ED1B-19A0-07DE270D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54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2C40-E5A9-AFCC-110B-EB3B2B2D5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649CC7-61E1-E6F3-F2BC-2AB7ED0DB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F2061-FDBD-85D2-82BB-52AFE37A8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174C1-0772-AE8E-00D7-110A2727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96DAD-9EE5-A5DB-39C7-3CB390A35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74FC8-5541-6B70-98B1-E1B751C9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1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13C3C-23E0-9481-F1E4-4030592A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C3E92-7CBF-E3BE-2B9A-1D9A788BA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EC084-A225-608B-2952-239ACF495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33AAA-D617-DE8D-366D-D3A74ABC4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AFB9C-20BA-FE73-54D1-B0E4DBE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413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4E2AD-0451-50FB-DA71-58A9F26849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E9E82-605D-25F4-4A0E-FC152EA0E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B0515-52D2-A0C1-C328-CE7A6916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C9210-B83D-A971-485C-13D114B31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473D4-D01D-D8EC-3EF2-8E505924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83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1948F-5C5D-8337-9039-6BA099254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E5CE4-CE16-EA28-1DB5-F95F544B9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7D149-1099-5A89-549A-24F34100F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5483B-6EB4-4201-97A4-59933A3764B3}" type="datetimeFigureOut">
              <a:rPr lang="en-IN" smtClean="0"/>
              <a:t>31-01-2026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BC2E-6114-3679-56D6-268750748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F1B7B-AA84-5D68-A63A-F6052721E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6613A-6A3C-46D3-A035-534AD419E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59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E81F-90A5-24C7-E4A8-9D6032421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1122363"/>
            <a:ext cx="11611897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Tree Synthesis and Static Timing Analysis of Finite State Machine-Based Digital Circuits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CF4FD-59C3-6EF7-29C3-16F0635D2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2566"/>
            <a:ext cx="9144000" cy="1315065"/>
          </a:xfrm>
        </p:spPr>
        <p:txBody>
          <a:bodyPr>
            <a:normAutofit/>
          </a:bodyPr>
          <a:lstStyle/>
          <a:p>
            <a:pPr algn="r"/>
            <a:r>
              <a:rPr lang="en-IN" sz="2000" dirty="0"/>
              <a:t>2310040063 – </a:t>
            </a:r>
            <a:r>
              <a:rPr lang="en-IN" sz="2000" dirty="0" err="1"/>
              <a:t>S.Shushmitha</a:t>
            </a:r>
            <a:endParaRPr lang="en-IN" sz="2000" dirty="0"/>
          </a:p>
          <a:p>
            <a:pPr algn="r"/>
            <a:r>
              <a:rPr lang="en-IN" sz="2000" dirty="0"/>
              <a:t>2310040064 - </a:t>
            </a:r>
            <a:r>
              <a:rPr lang="en-IN" sz="2000" dirty="0" err="1"/>
              <a:t>M.Gayathri</a:t>
            </a:r>
            <a:r>
              <a:rPr lang="en-IN" sz="2000" dirty="0"/>
              <a:t>    </a:t>
            </a:r>
          </a:p>
          <a:p>
            <a:pPr algn="r"/>
            <a:r>
              <a:rPr lang="en-IN" sz="2000" dirty="0"/>
              <a:t>2310040068 – </a:t>
            </a:r>
            <a:r>
              <a:rPr lang="en-IN" sz="2000" dirty="0" err="1"/>
              <a:t>T.Keerthi</a:t>
            </a:r>
            <a:endParaRPr lang="en-IN" sz="2000" dirty="0"/>
          </a:p>
        </p:txBody>
      </p:sp>
      <p:pic>
        <p:nvPicPr>
          <p:cNvPr id="5" name="Picture 4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7860C5B5-864F-CCCD-58B1-3F56D886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0"/>
            <a:ext cx="1524000" cy="111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25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43600-66E7-C2AF-6B6B-6AFC61AB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13502-140B-E1CA-D28F-08B570858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plays a critical role in digital circuits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Improper clock distribution leads to: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Clock skew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Setup &amp; hold violations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Tree Analysis (CTA) ensures reliable operation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clock behavior in a FSM based digital circuit.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0CF5243E-BBFA-C2CE-1B5A-57D42394C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664" y="0"/>
            <a:ext cx="1504335" cy="110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27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320F6-F184-B6B6-0B3A-4864A3A26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B00D-C6D4-F645-E617-C71934A8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To design an FSM-based traffic light controller</a:t>
            </a:r>
            <a:r>
              <a:rPr lang="en-US" dirty="0"/>
              <a:t> with clearly defined states and transitions</a:t>
            </a:r>
            <a:r>
              <a:rPr lang="en-IN" dirty="0"/>
              <a:t>.</a:t>
            </a:r>
          </a:p>
          <a:p>
            <a:r>
              <a:rPr lang="en-US" b="1" dirty="0"/>
              <a:t>To implement Clock Tree Synthesis (CTS)</a:t>
            </a:r>
            <a:r>
              <a:rPr lang="en-US" dirty="0"/>
              <a:t> for the FSM-based digital circuit to ensure efficient and balanced clock distribution.</a:t>
            </a:r>
          </a:p>
          <a:p>
            <a:r>
              <a:rPr lang="en-US" b="1" dirty="0"/>
              <a:t>To analyze and minimize clock skew and clock latency</a:t>
            </a:r>
            <a:r>
              <a:rPr lang="en-US" dirty="0"/>
              <a:t> using proper clock tree structures and buffer insertion.</a:t>
            </a:r>
          </a:p>
          <a:p>
            <a:r>
              <a:rPr lang="en-US" b="1" dirty="0"/>
              <a:t>To perform Static Timing Analysis (STA)</a:t>
            </a:r>
            <a:r>
              <a:rPr lang="en-US" dirty="0"/>
              <a:t> before and after CTS to verify setup and hold time constraints.</a:t>
            </a:r>
          </a:p>
          <a:p>
            <a:r>
              <a:rPr lang="en-US" b="1" dirty="0"/>
              <a:t>To achieve timing closure and reliable operation</a:t>
            </a:r>
            <a:r>
              <a:rPr lang="en-US" dirty="0"/>
              <a:t> of the digital circuit at the desired clock frequency.</a:t>
            </a:r>
          </a:p>
          <a:p>
            <a:endParaRPr lang="en-IN" dirty="0"/>
          </a:p>
        </p:txBody>
      </p:sp>
      <p:pic>
        <p:nvPicPr>
          <p:cNvPr id="5" name="Picture 4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D736241F-79D5-FCD5-55BC-83083C2E6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818" y="-4121"/>
            <a:ext cx="1396181" cy="10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4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C5426E4E-54D4-A887-DFEB-835473564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03" y="138766"/>
            <a:ext cx="6994334" cy="658046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410FEF-213F-5013-6529-FFF230BB3CCC}"/>
              </a:ext>
            </a:extLst>
          </p:cNvPr>
          <p:cNvCxnSpPr>
            <a:cxnSpLocks/>
          </p:cNvCxnSpPr>
          <p:nvPr/>
        </p:nvCxnSpPr>
        <p:spPr>
          <a:xfrm>
            <a:off x="4788310" y="2851355"/>
            <a:ext cx="234007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1FD9D1F-A7D3-779C-1614-4BFFAE965CC8}"/>
              </a:ext>
            </a:extLst>
          </p:cNvPr>
          <p:cNvCxnSpPr/>
          <p:nvPr/>
        </p:nvCxnSpPr>
        <p:spPr>
          <a:xfrm>
            <a:off x="4788310" y="2851355"/>
            <a:ext cx="0" cy="98322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9D0246-B9D6-3C0E-AB70-B5DBC7E1725C}"/>
              </a:ext>
            </a:extLst>
          </p:cNvPr>
          <p:cNvCxnSpPr/>
          <p:nvPr/>
        </p:nvCxnSpPr>
        <p:spPr>
          <a:xfrm>
            <a:off x="4788310" y="3834581"/>
            <a:ext cx="0" cy="107171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CE24A1-BF1A-3B63-5761-48C302A856E1}"/>
              </a:ext>
            </a:extLst>
          </p:cNvPr>
          <p:cNvCxnSpPr/>
          <p:nvPr/>
        </p:nvCxnSpPr>
        <p:spPr>
          <a:xfrm>
            <a:off x="7128387" y="2851355"/>
            <a:ext cx="0" cy="205494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67E5870-86A8-9EF3-B21B-D3D56934D8C1}"/>
              </a:ext>
            </a:extLst>
          </p:cNvPr>
          <p:cNvCxnSpPr/>
          <p:nvPr/>
        </p:nvCxnSpPr>
        <p:spPr>
          <a:xfrm>
            <a:off x="4788310" y="4906297"/>
            <a:ext cx="234007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F7C87680-5A6B-00AC-9A78-EA45C675A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322" y="0"/>
            <a:ext cx="1433678" cy="105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92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22DC4-41D7-5925-8FE2-BDD5F57F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083F6-7096-B2F4-071B-D78A87153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State Machines (FSMs) are widely used for control applications such as traffic light controllers due to their clear state-based operation.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that Clock Tree Synthesis is a critical step in synchronous digital design to distribute the clock evenly and reduce clock skew.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indicates that improper clock distribution can cause setup and hold time violations, affecting the reliability of FSM-based circuits.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confirm that applying CTS and STA improves performance and timing reliability in control-oriented digital circuits such as traffic controllers.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66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283E-D136-F363-CF36-83E789FC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1291-373D-4298-29A8-9EB492BBB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Design and RTL Development</a:t>
            </a:r>
          </a:p>
          <a:p>
            <a:r>
              <a:rPr lang="en-IN" dirty="0"/>
              <a:t>Functional Simulation and Verification</a:t>
            </a:r>
          </a:p>
          <a:p>
            <a:r>
              <a:rPr lang="en-IN" dirty="0"/>
              <a:t>Logic Synthesis</a:t>
            </a:r>
          </a:p>
          <a:p>
            <a:r>
              <a:rPr lang="en-IN" dirty="0"/>
              <a:t>Pre-CTS Static Timing Analysis</a:t>
            </a:r>
          </a:p>
          <a:p>
            <a:r>
              <a:rPr lang="en-IN" dirty="0"/>
              <a:t>Clock Tree Synthesis (CTS)</a:t>
            </a:r>
          </a:p>
          <a:p>
            <a:r>
              <a:rPr lang="en-US" dirty="0"/>
              <a:t>Post-CTS Static Timing Analysis and Validation</a:t>
            </a:r>
            <a:endParaRPr lang="en-IN" dirty="0"/>
          </a:p>
        </p:txBody>
      </p:sp>
      <p:pic>
        <p:nvPicPr>
          <p:cNvPr id="5" name="Picture 4" descr="A logo with a white background&#10;&#10;AI-generated content may be incorrect.">
            <a:extLst>
              <a:ext uri="{FF2B5EF4-FFF2-40B4-BE49-F238E27FC236}">
                <a16:creationId xmlns:a16="http://schemas.microsoft.com/office/drawing/2014/main" id="{508F8074-8306-03D3-7626-F9605F452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8364" y="0"/>
            <a:ext cx="1453636" cy="106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575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BBD96-8293-AFB6-6482-B14196FB3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and Transistions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EF94F-8D57-78A2-9848-57EA35F7E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 : clk,reset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S0 : A_green,B_red = 00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A_yellow,B_red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01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A_red,B_green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S3 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A_red,B_yellow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11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2241D9E-35A2-C886-B634-96AF5806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659" y="1510992"/>
            <a:ext cx="5274324" cy="395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92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2E06-ED6B-EC20-6569-82FD04B2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015AE-79A8-94D1-5349-0E5D72151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an FSM-based digital circuit using </a:t>
            </a:r>
            <a:r>
              <a:rPr lang="en-US" b="1" dirty="0"/>
              <a:t>HDL (Verilog/VHDL)</a:t>
            </a:r>
            <a:r>
              <a:rPr lang="en-US" dirty="0"/>
              <a:t>.</a:t>
            </a:r>
          </a:p>
          <a:p>
            <a:r>
              <a:rPr lang="en-US" b="1" dirty="0"/>
              <a:t>Implemented Clock Tree Synthesis (CTS)</a:t>
            </a:r>
            <a:r>
              <a:rPr lang="en-US" dirty="0"/>
              <a:t> to achieve balanced clock distribution with reduced skew</a:t>
            </a:r>
          </a:p>
          <a:p>
            <a:r>
              <a:rPr lang="en-US" b="1" dirty="0"/>
              <a:t>Performed Static Timing Analysis (STA)</a:t>
            </a:r>
            <a:r>
              <a:rPr lang="en-US" dirty="0"/>
              <a:t> to validate setup and hold timing constraints.</a:t>
            </a:r>
          </a:p>
          <a:p>
            <a:r>
              <a:rPr lang="en-US" b="1" dirty="0"/>
              <a:t>Analyzed clock impact on power and area</a:t>
            </a:r>
            <a:r>
              <a:rPr lang="en-US" dirty="0"/>
              <a:t>, understanding real ASIC design trade-offs.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432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card - pink - Belle Box">
            <a:extLst>
              <a:ext uri="{FF2B5EF4-FFF2-40B4-BE49-F238E27FC236}">
                <a16:creationId xmlns:a16="http://schemas.microsoft.com/office/drawing/2014/main" id="{08159544-B2F9-F52E-C94D-E5C933D86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4041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7015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392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Clock Tree Synthesis and Static Timing Analysis of Finite State Machine-Based Digital Circuits</vt:lpstr>
      <vt:lpstr>Introduction</vt:lpstr>
      <vt:lpstr>Objectives</vt:lpstr>
      <vt:lpstr>PowerPoint Presentation</vt:lpstr>
      <vt:lpstr>Literature survey</vt:lpstr>
      <vt:lpstr>Methodology</vt:lpstr>
      <vt:lpstr>States and Transistions</vt:lpstr>
      <vt:lpstr>Expected Outcomes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shushmitha reddy</dc:creator>
  <cp:lastModifiedBy>shushmitha reddy</cp:lastModifiedBy>
  <cp:revision>2</cp:revision>
  <dcterms:created xsi:type="dcterms:W3CDTF">2026-01-02T09:44:39Z</dcterms:created>
  <dcterms:modified xsi:type="dcterms:W3CDTF">2026-01-31T05:34:03Z</dcterms:modified>
</cp:coreProperties>
</file>